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 autoAdjust="0"/>
    <p:restoredTop sz="94660"/>
  </p:normalViewPr>
  <p:slideViewPr>
    <p:cSldViewPr snapToGrid="0">
      <p:cViewPr>
        <p:scale>
          <a:sx n="100" d="100"/>
          <a:sy n="100" d="100"/>
        </p:scale>
        <p:origin x="564" y="1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D0AB1-D8CD-FC6A-4F50-68B310D97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C50AEC-A784-386F-322B-1AED93802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1C1A2-B2BB-1C47-9071-820543D8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1E7D5-950A-BBC1-60D8-933D7623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2BF5B-14E2-7FB6-515F-D8B781DC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21D6-48C2-9AE3-B833-4B2D8CA8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DE5B9-323A-0FD8-DEEA-A7E04554B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57AA8-FDFE-96C0-92FF-A858CFBE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10CDE6-E7D5-3458-C57D-3922EFF1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F5AB4-2670-BC7F-0E7B-87F179EA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1A253-5F4A-5D6E-C143-ED3F63AD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B19DC-7514-62FE-3CA5-ED86B4FA9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FC484-F0F4-317E-26DC-7A27FEE9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F334E-8584-2462-C6FD-40EFB1C0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CF0636-193D-C4DC-E9C5-2B6C75C2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88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DDF51-C000-3F96-0ACE-6E1EB9E9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9DC61-A4D5-652C-EBB5-BC6CAAF9C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4B34F6-4F17-7004-3266-3E5FB88E5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7F9F4-29EE-339D-C764-FFF06F43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F19411-C78D-1A68-26DD-98D8F4F2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7AA47F-3D26-A4CE-92B5-E352B329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42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0BC9F-4FAF-FA64-1271-06D87B19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11C30-6221-FFAD-A9C5-2AC2E1BB0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971F0E-27D3-B850-15D8-329065D36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BD80C4-3413-8D3F-045A-BF053A541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EA6BDF-C876-8CB2-7E12-6BF894BC6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9953F5-2C34-BF01-A359-F08F5306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B7BBD4-2FC3-AF3B-1887-AB09FC85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DFFF8B-F4EB-A543-CCBE-3A49874D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9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83C20-36A7-B62C-AACB-7B93DE90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67CB58-74AF-8F8C-FB34-4A0FD130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10942C-E252-0CCD-6293-FF045F03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2AF4E7-D5F0-0E3E-5D8B-DF2E51B4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1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5BCD8B-F2E5-B8A5-F88B-E1C40B73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7F99C5-EE24-7E41-8D75-1A330815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C8F7D4-7950-1EE1-269E-8B00A1F2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8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3DC65-ED18-4264-929A-54D49310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67C7F-0AC9-1342-84CB-4488F40E7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9970FC-5E1D-9746-3782-FA09ECB1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334BB3-472F-C3E4-E413-8102834C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897496-AFEC-DDDF-3D9A-B548A885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0EB969-DD0D-28EC-9C96-E0DDC344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31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E1D7E-E076-1E7F-0742-087E909F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6B7CAC-700B-C9F3-C311-7A21395F0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3A7F01-8DEE-6B96-D2FF-E65F6AE9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49F4D8-1742-D9CE-74E6-3606D0B4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E3DD5E-CFBA-09DF-E1FB-16AD6C7F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223CEA-33D4-E4FE-71C2-9AE7E2BC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05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52DA6-6371-E6FD-A05E-D9B8BCB0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BDECE0-8ED1-0DE3-AE2F-145DAEB71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07B40-E5D8-3D8B-A8FC-DCCE0ED8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61BB6-047E-DF37-4A7A-8BE70B73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AD356-265F-63AF-AA61-8984BEB9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6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93126-332F-1D1B-864D-B34118061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B1C19B-AB82-7BA6-9193-58577D365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E53962-906D-9C78-D05E-425FE0D3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2C610B-316B-14AD-6BEC-E97B9B69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22471-04FE-F5C6-6AD7-CBD0F937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25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6F8094-BA87-850A-AB41-802EEE150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9CE926-732B-8EBC-AF03-9FCC8450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F83244-ACD3-7A47-934E-6A2A4184C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466B4-AC74-4D84-A7DF-FEE06F36371F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C65352-EF58-1D29-ABFD-AFDAFE73B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4DAC56-D9E4-CDBC-ACAF-7F2919361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6C78D-6DCF-482D-A5B1-FF1CA6DD21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6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4C2A8-3225-6E11-4E31-64DED40CC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000" y="1269000"/>
            <a:ext cx="8640000" cy="43200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zh-CN" altLang="en-US" sz="8800" dirty="0">
                <a:latin typeface="+mn-lt"/>
              </a:rPr>
              <a:t>李文恒 </a:t>
            </a:r>
            <a:br>
              <a:rPr lang="en-US" altLang="zh-CN" sz="8800" dirty="0">
                <a:latin typeface="+mn-lt"/>
              </a:rPr>
            </a:br>
            <a:r>
              <a:rPr lang="en-US" altLang="zh-CN" sz="8800" dirty="0">
                <a:latin typeface="+mn-lt"/>
              </a:rPr>
              <a:t>Li </a:t>
            </a:r>
            <a:r>
              <a:rPr lang="en-US" altLang="zh-CN" sz="8800" dirty="0" err="1">
                <a:latin typeface="+mn-lt"/>
              </a:rPr>
              <a:t>Wenheng</a:t>
            </a:r>
            <a:br>
              <a:rPr lang="en-US" altLang="zh-CN" sz="8800" dirty="0">
                <a:latin typeface="+mn-lt"/>
              </a:rPr>
            </a:br>
            <a:r>
              <a:rPr lang="en-US" altLang="zh-CN" sz="8800" dirty="0">
                <a:latin typeface="+mn-lt"/>
              </a:rPr>
              <a:t>2025531057</a:t>
            </a:r>
            <a:endParaRPr lang="zh-CN" altLang="en-US" sz="8800" dirty="0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4B5187-AB6A-6EC0-E8C9-A485E500D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000" y="22900"/>
            <a:ext cx="8980900" cy="1246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4B3A02-F0D1-BD55-94AA-94E3D0F0C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337500" y="475500"/>
            <a:ext cx="8980900" cy="12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43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李文恒  Li Wenheng 2025531057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以恒 张</dc:creator>
  <cp:lastModifiedBy>以恒 张</cp:lastModifiedBy>
  <cp:revision>1</cp:revision>
  <dcterms:created xsi:type="dcterms:W3CDTF">2025-12-31T11:56:59Z</dcterms:created>
  <dcterms:modified xsi:type="dcterms:W3CDTF">2025-12-31T11:57:02Z</dcterms:modified>
</cp:coreProperties>
</file>