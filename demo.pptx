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5C470-C981-3C32-C89A-D151F9F02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26EE63-BED5-ADFD-5B7B-D78FFDA56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ADEA12-291C-56BE-10B1-71CDCAB9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4E0BF-2427-8863-2EBA-BA252D2B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A4BB0D-42B9-62BA-0BBB-8D62F67A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49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7E6BF-0C49-7DBE-E796-3C4AFEA57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849717-F637-8C81-90A8-3C49A3909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5DD15-CF30-4D16-7118-C23FBBBC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881682-70ED-B47E-248D-0EB83150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160AFA-01B2-79DE-6BAE-6D8E34D9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70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57BB7-018F-FCB3-6215-C4EAE3CA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2AB6D-3167-E341-5BFD-D9017EDF9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87885C-2CB5-8AD1-BF6D-DCDC911D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5ADE2-DE68-3E00-61BA-06D7CB0B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852EE-D84A-C448-BB10-A3327B1FF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06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C1DCC-D9A7-4571-3FBD-35525D78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E2710C-E43D-471D-878C-6F16C5152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3AF40A-7E74-2186-98B3-C9ED53378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CE3B07-FECF-4D9C-B80B-E7DD1570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34897B-DAEE-E9A2-2BAB-1D898E13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AFAD56-DA81-B58D-39F9-3909FA0A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30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F94CD-D274-C557-E157-8CFD8FD8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A48F51-61F7-692C-556C-3BE407EDE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CCC292-3DB4-4B95-BE18-C2FB18FEF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49560B-BD8E-F2B3-13EC-AB2210621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DC70E9-2BD5-04E5-8D77-FA0E2ADE8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3F301B-6A05-C789-E4A7-E91FFB2D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C318DD-6841-6935-EA5E-3ED323FA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3BE3A4-AAA7-31A9-D1BB-43340A5E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84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06FE3-7556-99AF-D7E6-C8BC8EDF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B0A864-4981-9BC7-223C-47C32397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0A480B-6ADD-A2FC-04FA-4BDD88F0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6441B6-BFF4-F497-F6B6-283F927F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0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145A56-A518-BEFD-FB5E-67296A68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1B57C4-E3AE-4A53-9394-EBE4E0455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CA04D3-64D3-9F42-BB8B-494FF67F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40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9AE42-F281-9CDF-7EC3-D5880E45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9550D-ED0A-0447-E8F6-D2AE0C7C7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B2BA57-5214-D4E5-BCC2-9996B08B6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EBDE25-822A-FA6D-7CA5-9D0C1A2C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3C5A3-AD8E-EA6F-0AE9-B3DCFB55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66933F-0DCC-F0BA-3B0F-CB135A4A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6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4BA71-CD3E-8AB2-5368-6CFB4CFDE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111C1E-C1C8-DA90-EE2E-F999297C6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CFBFD5-4E0C-116B-BD12-9A41F09B2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490452-5278-DFCE-B32A-C4CD132D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701141-BFE9-F69A-5610-00B34B17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877F61-5CB1-665E-98D8-6CE5541D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8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EE985-42DC-7DF2-7782-A1E4D219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44AD56-76B4-225D-5520-DF128E89C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D037DB-B976-5BE6-BDC4-BA8EB43F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20AA22-7099-AF7E-3582-E1B40860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2C285-2957-793F-52F3-5A751C06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5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3E1BC1-93EB-F1E0-5CAD-8167A2FE4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239A89-D45E-A5A2-8BD3-6139C7D76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5050D-923D-4A17-CE9A-A7FC6403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6E0DE4-8734-2824-2BAF-260FC1FF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89229C-558E-DCE9-2D87-F96C6395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13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757D1E-2CB9-6EEB-C35C-89A5A8EA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39281D-CE2A-2B31-31BA-618A3C403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8D1E34-635F-3199-9E34-1804EBC66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282CA-7635-49E6-BA6E-53A2D7FDFFBB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7B48D-E696-EF5E-CE24-42D5C8315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BA0623-0188-0E9D-619B-BBC9F86A6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62559-2020-4B19-B054-2642A682D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7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E1C97F2-417F-D098-6D5C-BDE9B298962A}"/>
              </a:ext>
            </a:extLst>
          </p:cNvPr>
          <p:cNvSpPr/>
          <p:nvPr/>
        </p:nvSpPr>
        <p:spPr>
          <a:xfrm>
            <a:off x="1775999" y="1483792"/>
            <a:ext cx="8640000" cy="43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986E0D-BF3E-BE8E-655D-E90CFF552AAF}"/>
              </a:ext>
            </a:extLst>
          </p:cNvPr>
          <p:cNvSpPr txBox="1"/>
          <p:nvPr/>
        </p:nvSpPr>
        <p:spPr>
          <a:xfrm>
            <a:off x="1853346" y="1532888"/>
            <a:ext cx="84853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/>
              <a:t>李文恒 </a:t>
            </a:r>
            <a:endParaRPr lang="en-US" altLang="zh-CN" sz="8800" dirty="0"/>
          </a:p>
          <a:p>
            <a:pPr algn="ctr"/>
            <a:r>
              <a:rPr lang="en-US" altLang="zh-CN" sz="8800" dirty="0"/>
              <a:t>Li </a:t>
            </a:r>
            <a:r>
              <a:rPr lang="en-US" altLang="zh-CN" sz="8800" dirty="0" err="1"/>
              <a:t>Wenheng</a:t>
            </a:r>
            <a:r>
              <a:rPr lang="en-US" altLang="zh-CN" sz="8800" dirty="0"/>
              <a:t> 2025531053</a:t>
            </a:r>
            <a:endParaRPr lang="zh-CN" altLang="en-US" sz="8800" dirty="0"/>
          </a:p>
        </p:txBody>
      </p:sp>
    </p:spTree>
    <p:extLst>
      <p:ext uri="{BB962C8B-B14F-4D97-AF65-F5344CB8AC3E}">
        <p14:creationId xmlns:p14="http://schemas.microsoft.com/office/powerpoint/2010/main" val="237605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以恒 张</dc:creator>
  <cp:lastModifiedBy>以恒 张</cp:lastModifiedBy>
  <cp:revision>1</cp:revision>
  <dcterms:created xsi:type="dcterms:W3CDTF">2025-12-26T03:21:58Z</dcterms:created>
  <dcterms:modified xsi:type="dcterms:W3CDTF">2025-12-26T03:22:06Z</dcterms:modified>
</cp:coreProperties>
</file>